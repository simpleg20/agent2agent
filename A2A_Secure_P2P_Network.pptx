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675120" y="274320"/>
            <a:ext cx="3200400" cy="3200400"/>
          </a:xfrm>
          <a:prstGeom prst="ellipse">
            <a:avLst/>
          </a:prstGeom>
          <a:solidFill>
            <a:srgbClr val="06B6D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280160"/>
            <a:ext cx="2560320" cy="2560320"/>
          </a:xfrm>
          <a:prstGeom prst="ellipse">
            <a:avLst/>
          </a:prstGeom>
          <a:solidFill>
            <a:srgbClr val="7C3AE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029200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  <a:latin typeface="Calibri"/>
              </a:rPr>
              <a:t>PROTOTIPO DE REDE DESCENTRALIZADA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Agent-to-Agent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6B6D4"/>
                </a:solidFill>
                <a:latin typeface="Calibri"/>
              </a:rPr>
              <a:t>Secure P2P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Comunicação soberana entre agentes de IA com isolamento de chaves,
DIDComm v2 e Circuit Breaker distribuído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1783080" cy="3840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114800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Ed25519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4114800"/>
            <a:ext cx="178308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4114800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DIDComm v2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4114800"/>
            <a:ext cx="178308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4114800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Zero Trust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Agentes de IA comunicando-se de forma insegura expõem riscos críticos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53312"/>
            <a:ext cx="4206240" cy="1572768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8" y="1490472"/>
            <a:ext cx="713232" cy="713232"/>
          </a:xfrm>
          <a:prstGeom prst="ellipse">
            <a:avLst/>
          </a:prstGeom>
          <a:solidFill>
            <a:srgbClr val="EF4444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490472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444"/>
                </a:solidFill>
                <a:latin typeface="Calibri"/>
              </a:rPr>
              <a:t>CHAVE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517904"/>
            <a:ext cx="3127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Chaves privadas expostas ao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865376"/>
            <a:ext cx="31272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O modelo tem acesso às chaves e pode vazar ou ser manipulado via prompt injection.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28032" y="1353312"/>
            <a:ext cx="4206240" cy="1572768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937760" y="1490472"/>
            <a:ext cx="713232" cy="713232"/>
          </a:xfrm>
          <a:prstGeom prst="ellipse">
            <a:avLst/>
          </a:prstGeom>
          <a:solidFill>
            <a:srgbClr val="F59E0B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490472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Calibri"/>
              </a:rPr>
              <a:t>CENTRAL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517904"/>
            <a:ext cx="3127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Dependência de orquestradores centrais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865376"/>
            <a:ext cx="31272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Um ponto central de falha compromete toda a rede de agentes.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090672"/>
            <a:ext cx="4206240" cy="1572768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5488" y="3227832"/>
            <a:ext cx="713232" cy="713232"/>
          </a:xfrm>
          <a:prstGeom prst="ellipse">
            <a:avLst/>
          </a:prstGeom>
          <a:solidFill>
            <a:srgbClr val="EF4444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227832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444"/>
                </a:solidFill>
                <a:latin typeface="Calibri"/>
              </a:rPr>
              <a:t>INJECT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3255264"/>
            <a:ext cx="3127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Prompt Injection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602736"/>
            <a:ext cx="31272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Mensagens maliciosas podem redirecionar ações do agente e burlar regras.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28032" y="3090672"/>
            <a:ext cx="4206240" cy="1572768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937760" y="3227832"/>
            <a:ext cx="713232" cy="713232"/>
          </a:xfrm>
          <a:prstGeom prst="ellipse">
            <a:avLst/>
          </a:prstGeom>
          <a:solidFill>
            <a:srgbClr val="F59E0B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3227832"/>
            <a:ext cx="7132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Calibri"/>
              </a:rPr>
              <a:t>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255264"/>
            <a:ext cx="3127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Sem identidade verificável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602736"/>
            <a:ext cx="31272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Agentes não conseguem autenticar peers de forma offline e descentralizada.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412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Arquitetura de Camadas Isoladas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Dois microserviços independentes — o LLM nunca toca nas chaves privadas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8412480" cy="1481328"/>
          </a:xfrm>
          <a:prstGeom prst="rect">
            <a:avLst/>
          </a:prstGeom>
          <a:solidFill>
            <a:srgbClr val="06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46304" cy="14813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61288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CAMADA COGNITIVA  —  Python / LangGraph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▸  LLM Engine (LangGraph + Pydantic AI)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64607" y="155448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▸  Monitor de Anomalias (SQLite)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1051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▸  Detecção de Prompt Injection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7" y="181051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▸  Blacklist cognitiva local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59689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HTTP REST interno (localhost)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26080"/>
            <a:ext cx="8412480" cy="1627632"/>
          </a:xfrm>
          <a:prstGeom prst="rect">
            <a:avLst/>
          </a:prstGeom>
          <a:solidFill>
            <a:srgbClr val="1A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926080"/>
            <a:ext cx="146304" cy="16276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90088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CAMADA CRIPTOGRAFICA  —  Go (Key Guard)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38328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▸  Chaves Ed25519 soberanas (nunca expostas)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338328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▸  Motor de Regras Deterministicas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69417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▸  DIDComm v2 — JWS Flat Serialization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8" y="369417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▸  Blacklist com TTL  +  Peers cache (JSON)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00507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▸  Handshake P2P direto — sem blockchain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5537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HTTP P2P externo (outros agentes)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5029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Key 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0" y="25603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C3AED"/>
                </a:solidFill>
                <a:latin typeface="Calibri"/>
              </a:rPr>
              <a:t>Microservico em 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656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Forteza criptografica isolada — nunca exposta ao LLM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25296"/>
            <a:ext cx="2788920" cy="1709928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100584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Ed25519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389888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Ed25519 Soberano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19656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Gera e gerencia chaves localmente.
Nunca expostas a camada cognitiva.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1225296"/>
            <a:ext cx="2788920" cy="1709928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01568" y="1389888"/>
            <a:ext cx="1005840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38988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REGRAS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1389888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Regras Deterministicas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1819656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Bloqueia transacoes &gt; 100 unidades.
Filtra keywords proibidas (private_key, sudo).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1225296"/>
            <a:ext cx="2788920" cy="1709928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45936" y="1389888"/>
            <a:ext cx="100584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138988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JWS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3216" y="1389888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DIDComm v2 (JWS)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1819656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Assina mensagens com JWS Flat
Serialization usando EdDSA.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090672"/>
            <a:ext cx="2788920" cy="1709928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255264"/>
            <a:ext cx="1005840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25526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PEERS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25526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Peers &amp; DIDs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685032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Descoberta P2P por handshake direto.
Resolucao offline via peers.json.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64408" y="3090672"/>
            <a:ext cx="2788920" cy="1709928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01568" y="3255264"/>
            <a:ext cx="100584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01568" y="325526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48" y="325526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Blacklist TTL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01568" y="3685032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Peers banidos expiram automaticamente.
Persistencia em blacklist.json.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8776" y="3090672"/>
            <a:ext cx="2788920" cy="1709928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45936" y="3255264"/>
            <a:ext cx="100584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45936" y="325526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43216" y="325526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REST Endpoints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5936" y="3685032"/>
            <a:ext cx="2514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/sign  /send  /receive  /inbox
/handshake  /blacklist  /resolve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5669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Camada Cognitiva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25603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B6D4"/>
                </a:solidFill>
                <a:latin typeface="Calibri"/>
              </a:rPr>
              <a:t>Python + LangGraph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76656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Inteligencia sem acesso a segredos criptograficos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4069080" cy="3858768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152144"/>
            <a:ext cx="3730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Ferramentas LangGraph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3794760" cy="256032"/>
          </a:xfrm>
          <a:prstGeom prst="rect">
            <a:avLst/>
          </a:prstGeom>
          <a:solidFill>
            <a:srgbClr val="0D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581912"/>
            <a:ext cx="3639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ourier New"/>
              </a:rPr>
              <a:t>tool_send_message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847088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Envia intencao de mensagem ao Key Guard apos pre-validacao e checagem de blacklist.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22576"/>
            <a:ext cx="3794760" cy="256032"/>
          </a:xfrm>
          <a:prstGeom prst="rect">
            <a:avLst/>
          </a:prstGeom>
          <a:solidFill>
            <a:srgbClr val="0D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2350008"/>
            <a:ext cx="3639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ourier New"/>
              </a:rPr>
              <a:t>tool_read_inbox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615184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Polling da inbox com validacao de schema Pydantic e deteccao de anomalias em runtime.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3145536"/>
            <a:ext cx="37307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Monitor de Anomalias (SQLite)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493008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›  Prompt Injection  (ignore previous instructions…)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785615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›  Valores anomalos  (amount &gt; 100.0)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4078224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›  Schemas invalidos  (Pydantic validation)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4370832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›  Blacklist cognitiva local persistida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81728" y="1078992"/>
            <a:ext cx="4096512" cy="3858768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1152144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Fluxo de Envio</a:t>
            </a:r>
          </a:p>
        </p:txBody>
      </p:sp>
      <p:sp>
        <p:nvSpPr>
          <p:cNvPr id="21" name="Oval 20"/>
          <p:cNvSpPr/>
          <p:nvPr/>
        </p:nvSpPr>
        <p:spPr>
          <a:xfrm>
            <a:off x="4828032" y="1554480"/>
            <a:ext cx="329184" cy="32918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28032" y="155448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8656" y="1581912"/>
            <a:ext cx="3364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LLM decide enviar mensagem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74336" y="1883664"/>
            <a:ext cx="45720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28032" y="2084831"/>
            <a:ext cx="329184" cy="3291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28032" y="2084831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48656" y="2112263"/>
            <a:ext cx="3364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Monitor verifica anomalias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74336" y="2414015"/>
            <a:ext cx="45720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28032" y="2615184"/>
            <a:ext cx="329184" cy="329184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28032" y="261518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48656" y="2642615"/>
            <a:ext cx="3364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Checa blacklist cognitiva (SQLite)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74336" y="2944368"/>
            <a:ext cx="45720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828032" y="3145536"/>
            <a:ext cx="329184" cy="329184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28032" y="314553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48656" y="3172968"/>
            <a:ext cx="3364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Solicita assinatura ao Key Guard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74336" y="3474720"/>
            <a:ext cx="45720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28032" y="3675887"/>
            <a:ext cx="329184" cy="32918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28032" y="3675887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48656" y="3703320"/>
            <a:ext cx="3364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Key Guard valida regras + assina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74336" y="4005072"/>
            <a:ext cx="45720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828032" y="420624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28032" y="420624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48656" y="4233672"/>
            <a:ext cx="3364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Mensagem transmitida via P2P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412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Circuit Breaker Distribuido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Auto-revogacao P2P — isolamento offline e autonomo sem coordenador central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78992"/>
            <a:ext cx="8412480" cy="438912"/>
          </a:xfrm>
          <a:prstGeom prst="rect">
            <a:avLst/>
          </a:prstGeom>
          <a:solidFill>
            <a:srgbClr val="2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133856"/>
            <a:ext cx="8138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CENARIO: Agente Beta envia 'ignore previous instructions…' para Agente Alfa</a:t>
            </a:r>
          </a:p>
        </p:txBody>
      </p:sp>
      <p:sp>
        <p:nvSpPr>
          <p:cNvPr id="7" name="Oval 6"/>
          <p:cNvSpPr/>
          <p:nvPr/>
        </p:nvSpPr>
        <p:spPr>
          <a:xfrm>
            <a:off x="438912" y="1609344"/>
            <a:ext cx="402336" cy="40233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60934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62763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Anomalia Detectada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188366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Monitor cognitivo de Alfa intercepta a injecao de prompt na mensagem recebida.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" y="2011680"/>
            <a:ext cx="45720" cy="16459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8912" y="2203704"/>
            <a:ext cx="402336" cy="40233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20370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222199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Isolamento Local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247802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Alfa registra did:custom:beta na blacklist SQLite. Envios futuros sao bloqueados.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" y="2606040"/>
            <a:ext cx="45720" cy="16459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8912" y="2798064"/>
            <a:ext cx="402336" cy="40233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79806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28163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Alerta P2P Assinado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307238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Key Guard de Alfa assina e dispara mensagem DIDComm de revogacao para Beta.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" y="3200400"/>
            <a:ext cx="45720" cy="16459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8912" y="3392424"/>
            <a:ext cx="402336" cy="40233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339242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341071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Beta se Isola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" y="366674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Key Guard de Beta recebe, valida assinatura e insere Alfa na blacklist.json com TTL.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" y="3794760"/>
            <a:ext cx="45720" cy="16459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8912" y="3986784"/>
            <a:ext cx="402336" cy="40233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3986784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" y="400507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Bloqueio Ativo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" y="426110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Qualquer mensagem futura de Alfa recebe 401 Unauthorized — 100% offline e autonomo.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412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Mecanismos de Defesa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Multiplas camadas de protecao — defesa em profundidade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07008"/>
            <a:ext cx="4206240" cy="1188720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3776" y="1316736"/>
            <a:ext cx="804672" cy="3291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316736"/>
            <a:ext cx="804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316736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Isolamento de Chaves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1709928"/>
            <a:ext cx="3931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Chave privada Ed25519 fica no Key Guard.
O LLM nunca a acessa diretamente.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28032" y="1207008"/>
            <a:ext cx="4206240" cy="1188720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56048" y="1316736"/>
            <a:ext cx="804672" cy="32918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56048" y="1316736"/>
            <a:ext cx="804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P2P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316736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Handshake P2P Direto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1709928"/>
            <a:ext cx="3931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Agentes trocam DIDs, chaves publicas e
endpoints sem blockchain ou registro central.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505456"/>
            <a:ext cx="4206240" cy="1188720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3776" y="2615184"/>
            <a:ext cx="804672" cy="32918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" y="2615184"/>
            <a:ext cx="804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261518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Resolucao Local de DIDs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" y="3008376"/>
            <a:ext cx="3931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peers.json mantém cache offline.
Zero dependencias externas para identidade.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28032" y="2505456"/>
            <a:ext cx="4206240" cy="1188720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56048" y="2615184"/>
            <a:ext cx="804672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56048" y="2615184"/>
            <a:ext cx="804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REGRA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261518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Validacao Deterministica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6048" y="3008376"/>
            <a:ext cx="3931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Key Guard bloqueia amount &gt; 100.0 e
sanitiza keywords proibidas antes de assinar.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803904"/>
            <a:ext cx="4206240" cy="1188720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3776" y="3913632"/>
            <a:ext cx="804672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" y="3913632"/>
            <a:ext cx="804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3913632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Deteccao Cognitiva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" y="4306824"/>
            <a:ext cx="3931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Monitor Python intercepta 'ignore previous
instructions', 'override rules' e similares.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28032" y="3803904"/>
            <a:ext cx="4206240" cy="1188720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956048" y="3913632"/>
            <a:ext cx="804672" cy="32918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3913632"/>
            <a:ext cx="804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BREAK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3913632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Circuit Breaker P2P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56048" y="4306824"/>
            <a:ext cx="39319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Anomalia detectada -&gt; revogacao assinada
propagada -&gt; no isolado com 401 Unauthorized.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412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Resultados dos Testes E2E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76656"/>
            <a:ext cx="8412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4 cenarios automatizados — todos passaram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658368"/>
            <a:ext cx="2560320" cy="3291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65836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Calibri"/>
              </a:rPr>
              <a:t>4 / 4 OK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52144"/>
            <a:ext cx="8412480" cy="841248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" y="1316736"/>
            <a:ext cx="493776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316736"/>
            <a:ext cx="49377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122529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Comunicacao P2P Normal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151790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Alfa envia mensagem segura para Beta.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50992" y="1243584"/>
            <a:ext cx="2971800" cy="621792"/>
          </a:xfrm>
          <a:prstGeom prst="rect">
            <a:avLst/>
          </a:prstGeom>
          <a:solidFill>
            <a:srgbClr val="0D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24144" y="1316736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  <a:latin typeface="Courier New"/>
              </a:rPr>
              <a:t>{'status': 'sent'}  -&gt;  Assinatura verificada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84832"/>
            <a:ext cx="8412480" cy="841248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" y="2249424"/>
            <a:ext cx="493776" cy="4389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2249424"/>
            <a:ext cx="49377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215798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Violacao de Regra de Negocio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245059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Tentativa de enviar amount = 150.0 (limite: 100.0).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50992" y="2176272"/>
            <a:ext cx="2971800" cy="621792"/>
          </a:xfrm>
          <a:prstGeom prst="rect">
            <a:avLst/>
          </a:prstGeom>
          <a:solidFill>
            <a:srgbClr val="0D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24144" y="2249424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4444"/>
                </a:solidFill>
                <a:latin typeface="Courier New"/>
              </a:rPr>
              <a:t>HTTP 403  -&gt;  'amount 150.0 exceeds limit of 100.0'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17520"/>
            <a:ext cx="8412480" cy="841248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" y="3182112"/>
            <a:ext cx="493776" cy="4389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3182112"/>
            <a:ext cx="49377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309067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Violacao de Seguranca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" y="3383279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Payload contém a keyword 'private_key'.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50992" y="3108960"/>
            <a:ext cx="2971800" cy="621792"/>
          </a:xfrm>
          <a:prstGeom prst="rect">
            <a:avLst/>
          </a:prstGeom>
          <a:solidFill>
            <a:srgbClr val="0D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24144" y="3182112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4444"/>
                </a:solidFill>
                <a:latin typeface="Courier New"/>
              </a:rPr>
              <a:t>HTTP 403  -&gt;  'forbidden keyword: private_key'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950208"/>
            <a:ext cx="8412480" cy="841248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5488" y="4114800"/>
            <a:ext cx="493776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4114800"/>
            <a:ext cx="49377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" y="402336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Circuit Breaker / Prompt Injection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" y="4315968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Beta envia 'ignore previous instructions…' para Alfa.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50992" y="4041648"/>
            <a:ext cx="2971800" cy="621792"/>
          </a:xfrm>
          <a:prstGeom prst="rect">
            <a:avLst/>
          </a:prstGeom>
          <a:solidFill>
            <a:srgbClr val="0D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24144" y="4114800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9E0B"/>
                </a:solidFill>
                <a:latin typeface="Courier New"/>
              </a:rPr>
              <a:t>HTTP 401  -&gt;  'Sender is blacklisted locally'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608576"/>
            <a:ext cx="841248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636008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Courier New"/>
              </a:rPr>
              <a:t>Ran 4 tests in 8.429s   |   OK   |   0 failures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412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Stack &amp; Estrutura do Projeto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41248"/>
            <a:ext cx="4069080" cy="4114800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914400"/>
            <a:ext cx="3730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Tecnologias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35024"/>
            <a:ext cx="987552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35024"/>
            <a:ext cx="987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371600"/>
            <a:ext cx="2724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Key Guard · Criptografia · Regras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92224"/>
            <a:ext cx="987552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92224"/>
            <a:ext cx="987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828800"/>
            <a:ext cx="2724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Camada Cognitiva · LangGraph · Flask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49424"/>
            <a:ext cx="98755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49424"/>
            <a:ext cx="987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Ed25519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286000"/>
            <a:ext cx="2724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Geracao soberana de chaves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706624"/>
            <a:ext cx="98755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706624"/>
            <a:ext cx="987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DIDComm 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743200"/>
            <a:ext cx="2724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JWS Flat Serialization (EdDSA)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163824"/>
            <a:ext cx="987552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163824"/>
            <a:ext cx="987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Pydantic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3200400"/>
            <a:ext cx="2724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Validacao de schema em runtime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621024"/>
            <a:ext cx="987552" cy="25603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621024"/>
            <a:ext cx="987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SQLite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657600"/>
            <a:ext cx="2724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Blacklist cognitiva persistida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078224"/>
            <a:ext cx="987552" cy="25603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078224"/>
            <a:ext cx="987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Docker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72768" y="4114800"/>
            <a:ext cx="27249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Redis 7 Alpine (fila opcional)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45152" y="841248"/>
            <a:ext cx="4133087" cy="4114800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9744" y="914400"/>
            <a:ext cx="37856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Estrutura de Arquivos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9744" y="1335024"/>
            <a:ext cx="3877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urier New"/>
              </a:rPr>
              <a:t>a2a-secure-net/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9744" y="1591056"/>
            <a:ext cx="3877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B6D4"/>
                </a:solidFill>
                <a:latin typeface="Courier New"/>
              </a:rPr>
              <a:t>cognitive/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9744" y="1847088"/>
            <a:ext cx="3877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ourier New"/>
              </a:rPr>
              <a:t>  agent.py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9744" y="2103120"/>
            <a:ext cx="3877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ourier New"/>
              </a:rPr>
              <a:t>  agent_main.py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9744" y="2359152"/>
            <a:ext cx="3877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C3AED"/>
                </a:solidFill>
                <a:latin typeface="Courier New"/>
              </a:rPr>
              <a:t>key-guard/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9744" y="2615184"/>
            <a:ext cx="3877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ourier New"/>
              </a:rPr>
              <a:t>  main.go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9744" y="2871216"/>
            <a:ext cx="3877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ourier New"/>
              </a:rPr>
              <a:t>  crypto/crypto.go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9744" y="3127248"/>
            <a:ext cx="3877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ourier New"/>
              </a:rPr>
              <a:t>  didcomm/didcomm.go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9744" y="3383280"/>
            <a:ext cx="3877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ourier New"/>
              </a:rPr>
              <a:t>  rules/rules.go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9744" y="3639312"/>
            <a:ext cx="3877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ourier New"/>
              </a:rPr>
              <a:t>  blacklist/blacklist.go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9744" y="3895344"/>
            <a:ext cx="3877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9E0B"/>
                </a:solidFill>
                <a:latin typeface="Courier New"/>
              </a:rPr>
              <a:t>dashboard/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9744" y="4151376"/>
            <a:ext cx="3877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ourier New"/>
              </a:rPr>
              <a:t>  server.py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09744" y="4407408"/>
            <a:ext cx="3877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  <a:latin typeface="Courier New"/>
              </a:rPr>
              <a:t>tests/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9744" y="4663440"/>
            <a:ext cx="38770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ourier New"/>
              </a:rPr>
              <a:t>  simulation_test.py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132320" y="-274320"/>
            <a:ext cx="1920240" cy="1920240"/>
          </a:xfrm>
          <a:prstGeom prst="ellipse">
            <a:avLst/>
          </a:prstGeom>
          <a:solidFill>
            <a:srgbClr val="06B6D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1097280"/>
            <a:ext cx="1280160" cy="1280160"/>
          </a:xfrm>
          <a:prstGeom prst="ellipse">
            <a:avLst/>
          </a:prstGeom>
          <a:solidFill>
            <a:srgbClr val="7C3AE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Conclusao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7772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O projeto demonstra que e possivel construir uma rede A2A soberana,
sem orquestradores centrais e resistente a engenharia social.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16736"/>
            <a:ext cx="493776" cy="3108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16736"/>
            <a:ext cx="493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5" y="1316736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Soberania de Dados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33502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Chaves privadas geradas e armazenadas localmente, jamas expostas ao LLM.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64207"/>
            <a:ext cx="8321040" cy="18288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956815"/>
            <a:ext cx="493776" cy="31089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956815"/>
            <a:ext cx="493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5" y="1956815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Identidade Descentralizada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1975103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Handshake P2P direto — sem blockchain, sem registro central.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304287"/>
            <a:ext cx="8321040" cy="18288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596896"/>
            <a:ext cx="493776" cy="31089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596896"/>
            <a:ext cx="493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5" y="2596896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Regras Deterministicas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26151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Key Guard valida limites e palavras proibidas antes de qualquer assinatura.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944368"/>
            <a:ext cx="8321040" cy="18288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236976"/>
            <a:ext cx="493776" cy="3108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236976"/>
            <a:ext cx="493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5" y="3236976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Resistencia a Ataques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32552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3 vetores bloqueados: limite de valor, vazamento de chave e prompt injection.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584448"/>
            <a:ext cx="8321040" cy="18288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877056"/>
            <a:ext cx="493776" cy="3108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877056"/>
            <a:ext cx="4937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5" y="3877056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Isolamento Autonomo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38953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Circuit Breaker propaga revogacao P2P e isola nos defeituosos offline.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224528"/>
            <a:ext cx="8321040" cy="18288"/>
          </a:xfrm>
          <a:prstGeom prst="rect">
            <a:avLst/>
          </a:prstGeom>
          <a:solidFill>
            <a:srgbClr val="1C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4626864"/>
            <a:ext cx="8412480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654296"/>
            <a:ext cx="8321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Calibri"/>
              </a:rPr>
              <a:t>4 testes automatizados   |   100% de aprovacao   |   Totalmente offline e descentralizado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